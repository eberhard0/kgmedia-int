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Helvetica Neue"/>
              </a:rPr>
              <a:t>KG Media Amplification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0A5FA"/>
                </a:solidFill>
                <a:latin typeface="Helvetica Neue"/>
              </a:rPr>
              <a:t>What it is, how to read it, and what to do when it fires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For the editorial team   · 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The one question this dashboard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1828800"/>
          </a:xfrm>
          <a:prstGeom prst="roundRect">
            <a:avLst>
              <a:gd name="adj" fmla="val 6000"/>
            </a:avLst>
          </a:prstGeom>
          <a:solidFill>
            <a:srgbClr val="161B2E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Helvetica Neue"/>
              </a:rPr>
              <a:t>"Is anyone outside KG Media talking about us right now, and how loud is it?"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698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Helvetica Neue"/>
              </a:rPr>
              <a:t>Every post you'll see on this page is from someone else — a TikTok</a:t>
            </a:r>
          </a:p>
          <a:p>
            <a:pPr algn="l"/>
            <a:r>
              <a:rPr sz="1600" b="0">
                <a:solidFill>
                  <a:srgbClr val="F8FAFC"/>
                </a:solidFill>
                <a:latin typeface="Helvetica Neue"/>
              </a:rPr>
              <a:t>user, a Reddit thread, a news outlet, a Facebook page — and it</a:t>
            </a:r>
          </a:p>
          <a:p>
            <a:pPr algn="l"/>
            <a:r>
              <a:rPr sz="1600" b="0">
                <a:solidFill>
                  <a:srgbClr val="F8FAFC"/>
                </a:solidFill>
                <a:latin typeface="Helvetica Neue"/>
              </a:rPr>
              <a:t>explicitly mentions a KG Media brand (Kompas, Kompas.com, Kompas.id,</a:t>
            </a:r>
          </a:p>
          <a:p>
            <a:pPr algn="l"/>
            <a:r>
              <a:rPr sz="1600" b="0">
                <a:solidFill>
                  <a:srgbClr val="F8FAFC"/>
                </a:solidFill>
                <a:latin typeface="Helvetica Neue"/>
              </a:rPr>
              <a:t>Harian Kompas, KompasTV, Kompasiana, Kontan, Gramedia, Santika).</a:t>
            </a:r>
          </a:p>
          <a:p>
            <a:pPr algn="l"/>
            <a:r>
              <a:rPr sz="1600" b="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/>
            <a:r>
              <a:rPr sz="1600" b="0">
                <a:solidFill>
                  <a:srgbClr val="F8FAFC"/>
                </a:solidFill>
                <a:latin typeface="Helvetica Neue"/>
              </a:rPr>
              <a:t>If a post doesn't name one of those brands, it doesn't appear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Helvetica Neue"/>
              </a:rPr>
              <a:t>Stories about KG brands can travel from a single Tweet to a national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Helvetica Neue"/>
              </a:rPr>
              <a:t>conversation in hours. Editorial used to find out from phone calls,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Helvetica Neue"/>
              </a:rPr>
              <a:t>screenshots, or after the wave had already broken.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 Neue"/>
              </a:rPr>
              <a:t>This page is the early-warning radar: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Helvetica Neue"/>
              </a:rPr>
              <a:t>•   Watches 6 platforms automatically every 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34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Helvetica Neue"/>
              </a:rPr>
              <a:t>•   Counts mentions of any KG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Helvetica Neue"/>
              </a:rPr>
              <a:t>•   Groups them into 'stories' so you don't read the same thing 50 times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Helvetica Neue"/>
              </a:rPr>
              <a:t>•   Flashes red when a story crosses the threshold for editorial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Your 60-second daily routine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Open the page once a day. Read top to bottom. Stop as soon as nothing's wrong.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B0F19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783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Helvetica Neue"/>
              </a:rPr>
              <a:t>Red banner at top?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Critical alert. Click into it. Read 3-5 mentions. Decide: clarify, follow up, or note it.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26080"/>
            <a:ext cx="640080" cy="6400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B0F19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26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Helvetica Neue"/>
              </a:rPr>
              <a:t>Top stories now panel?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337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Three biggest stories ranked. Click any row to jump to its detail card below.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B0F19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069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CC15"/>
                </a:solidFill>
                <a:latin typeface="Helvetica Neue"/>
              </a:rPr>
              <a:t>Trending section?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Stories climbing toward critical. Skim entity names; investigate brand-aligned ones.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212080"/>
            <a:ext cx="640080" cy="6400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B0F19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Helvetica Neue"/>
              </a:rPr>
              <a:t>Nothing? Close the tab.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623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If the alert banner is empty and trending is quiet, there's nothing to act on.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Two tiers — Trending and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Both tiers require at least 3 different sources. Mention count separates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714A10"/>
          </a:solidFill>
          <a:ln w="9525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CC15"/>
                </a:solidFill>
                <a:latin typeface="Helvetica Neue"/>
              </a:rPr>
              <a:t>TRENDING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Helvetica Neue"/>
              </a:rPr>
              <a:t>10–99 mentions in 24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4754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Watch list — story is climbing,</a:t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not yet a public-facing alert.</a:t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No pulse, no banner.</a:t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Worth a look.</a:t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Not urgent.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7F1D1D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  <a:latin typeface="Helvetica Neue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Helvetica Neue"/>
              </a:rPr>
              <a:t>100+ mentions in 24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91840"/>
            <a:ext cx="4754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Real public conversation</a:t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around a KG brand.</a:t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Red border + pulsing banner</a:t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on the dashboard.</a:t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/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Editorial attention warranted.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Why "3 sources" matters: 100 reposts of one viral TikTok still counts as one source. We want genuine cross-platform conversation.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What is a cluster?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Helvetica Neue"/>
              </a:rPr>
              <a:t>A cluster = a group of mentions across platforms that all appear to be about the same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Helvetica Neue"/>
              </a:rPr>
              <a:t>Example: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61B2E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Helvetica Neue"/>
              </a:rPr>
              <a:t>KOMPAS HEADLINE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"Jemaah haji Indonesia</a:t>
            </a:r>
          </a:p>
          <a:p>
            <a:pPr algn="l"/>
            <a:r>
              <a:rPr sz="1400" b="0">
                <a:solidFill>
                  <a:srgbClr val="F8FAFC"/>
                </a:solidFill>
                <a:latin typeface="Helvetica Neue"/>
              </a:rPr>
              <a:t> meninggal di Madinah"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72000" y="3108960"/>
            <a:ext cx="64008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2377440"/>
            <a:ext cx="6217920" cy="3657600"/>
          </a:xfrm>
          <a:prstGeom prst="roundRect">
            <a:avLst>
              <a:gd name="adj" fmla="val 6000"/>
            </a:avLst>
          </a:prstGeom>
          <a:solidFill>
            <a:srgbClr val="161B2E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5146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Helvetica Neue"/>
              </a:rPr>
              <a:t>CLUSTER (28 mentions, 5 sources)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92608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 Neue"/>
              </a:rPr>
              <a:t>• Reddit (r/indonesia): "Sad news from Madinah..."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33756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 Neue"/>
              </a:rPr>
              <a:t>• TikTok (@hariankompas re-shared): "Innalillahi..."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7490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 Neue"/>
              </a:rPr>
              <a:t>• Google News (Kompas.com): "Satu Jemaah Haji..."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16052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 Neue"/>
              </a:rPr>
              <a:t>• Facebook (Kompas page): comments piling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5720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 Neue"/>
              </a:rPr>
              <a:t>• Reddit (r/Islam): linked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98348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 Neue"/>
              </a:rPr>
              <a:t>• ...22 more mentions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Helvetica Neue"/>
              </a:rPr>
              <a:t>All those mentions get grouped into one card. You read one card, not 28 things.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Anatomy of the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1148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058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Helvetica Neue"/>
              </a:rPr>
              <a:t>Page header  ·  KG Media Amplification Watch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92808"/>
            <a:ext cx="10698480" cy="502920"/>
          </a:xfrm>
          <a:prstGeom prst="roundRect">
            <a:avLst>
              <a:gd name="adj" fmla="val 6000"/>
            </a:avLst>
          </a:prstGeom>
          <a:solidFill>
            <a:srgbClr val="7F1D1D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9280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Helvetica Neue"/>
              </a:rPr>
              <a:t>🚨  Critical alert banner  (only when there's a critical cluster)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05456"/>
            <a:ext cx="10698480" cy="50292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0545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Helvetica Neue"/>
              </a:rPr>
              <a:t>Top stories now  ·  the 3 biggest live clusters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18104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18104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Helvetica Neue"/>
              </a:rPr>
              <a:t>Platform tiles  ·  Google News  ·  Reddit  ·  X  ·  TikTok  ·  Instagram  ·  Facebook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67912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211010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6791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Helvetica Neue"/>
              </a:rPr>
              <a:t>Critical clusters  (red, pulsing border)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1F1A06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Helvetica Neue"/>
              </a:rPr>
              <a:t>Trending clusters  (yellow, no pulse)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67528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6752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Helvetica Neue"/>
              </a:rPr>
              <a:t>Latest mentions  ·  raw feed at the bottom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Top stories now — your shortcut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If you only have 30 seconds, this is what to 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20624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Helvetica Neue"/>
              </a:rPr>
              <a:t>TOP STORIES NOW 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what to look at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926080"/>
            <a:ext cx="10149840" cy="594360"/>
          </a:xfrm>
          <a:prstGeom prst="roundRect">
            <a:avLst>
              <a:gd name="adj" fmla="val 6000"/>
            </a:avLst>
          </a:prstGeom>
          <a:solidFill>
            <a:srgbClr val="141F36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365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Helvetica Neue"/>
              </a:rPr>
              <a:t>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3044952"/>
            <a:ext cx="1097280" cy="36576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063240"/>
            <a:ext cx="1097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0F19"/>
                </a:solidFill>
                <a:latin typeface="Helvetica Neue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63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Helvetica Neue"/>
              </a:rPr>
              <a:t>Madinah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09067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Helvetica Neue"/>
              </a:rPr>
              <a:t>142 mentions · 5 sources · Satu Jemaah Haji Indonesia Meninggal...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703320"/>
            <a:ext cx="10149840" cy="594360"/>
          </a:xfrm>
          <a:prstGeom prst="roundRect">
            <a:avLst>
              <a:gd name="adj" fmla="val 6000"/>
            </a:avLst>
          </a:prstGeom>
          <a:solidFill>
            <a:srgbClr val="141F36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749040"/>
            <a:ext cx="365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Helvetica Neue"/>
              </a:rPr>
              <a:t>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3822192"/>
            <a:ext cx="1097280" cy="365760"/>
          </a:xfrm>
          <a:prstGeom prst="roundRect">
            <a:avLst>
              <a:gd name="adj" fmla="val 6000"/>
            </a:avLst>
          </a:prstGeom>
          <a:solidFill>
            <a:srgbClr val="FACC15"/>
          </a:solidFill>
          <a:ln w="9525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840480"/>
            <a:ext cx="1097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0F19"/>
                </a:solidFill>
                <a:latin typeface="Helvetica Neue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840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Helvetica Neue"/>
              </a:rPr>
              <a:t>Bandara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86791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Helvetica Neue"/>
              </a:rPr>
              <a:t>52 mentions · 4 sources · Virus Nipah Jadi Alarm Global...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480560"/>
            <a:ext cx="10149840" cy="594360"/>
          </a:xfrm>
          <a:prstGeom prst="roundRect">
            <a:avLst>
              <a:gd name="adj" fmla="val 6000"/>
            </a:avLst>
          </a:prstGeom>
          <a:solidFill>
            <a:srgbClr val="141F36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526280"/>
            <a:ext cx="365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Helvetica Neue"/>
              </a:rPr>
              <a:t>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4599432"/>
            <a:ext cx="1097280" cy="365760"/>
          </a:xfrm>
          <a:prstGeom prst="roundRect">
            <a:avLst>
              <a:gd name="adj" fmla="val 6000"/>
            </a:avLst>
          </a:prstGeom>
          <a:solidFill>
            <a:srgbClr val="FACC15"/>
          </a:solidFill>
          <a:ln w="9525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617720"/>
            <a:ext cx="1097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0F19"/>
                </a:solidFill>
                <a:latin typeface="Helvetica Neue"/>
              </a:rPr>
              <a:t>TRENDING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6177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Helvetica Neue"/>
              </a:rPr>
              <a:t>ASEAN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64515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Helvetica Neue"/>
              </a:rPr>
              <a:t>28 mentions · 7 sources · ASEAN Hopes to Transform...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Tap any row → page jumps to the full cluster card and opens it. Empty panel = nothing to act on right now.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When to act, when to ignore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64592" cy="86868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 Neue"/>
              </a:rPr>
              <a:t>Red banner pulsing at 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Always investigate, even if it might be a false positive.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64592" cy="868680"/>
          </a:xfrm>
          <a:prstGeom prst="roundRect">
            <a:avLst>
              <a:gd name="adj" fmla="val 6000"/>
            </a:avLst>
          </a:prstGeom>
          <a:solidFill>
            <a:srgbClr val="FACC15"/>
          </a:solidFill>
          <a:ln w="9525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 Neue"/>
              </a:rPr>
              <a:t>Trending cluster, brand-aligned entity (a Kompas reporter, recent headline, KG figure)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Investigate. Catch it before it becomes critical.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64592" cy="868680"/>
          </a:xfrm>
          <a:prstGeom prst="roundRect">
            <a:avLst>
              <a:gd name="adj" fmla="val 6000"/>
            </a:avLst>
          </a:prstGeom>
          <a:solidFill>
            <a:srgbClr val="94A3B8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74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 Neue"/>
              </a:rPr>
              <a:t>Trending cluster, generic entity ("Indonesia", "data", "people")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Probably noise. Skip.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164592" cy="868680"/>
          </a:xfrm>
          <a:prstGeom prst="roundRect">
            <a:avLst>
              <a:gd name="adj" fmla="val 6000"/>
            </a:avLst>
          </a:prstGeom>
          <a:solidFill>
            <a:srgbClr val="94A3B8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34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 Neue"/>
              </a:rPr>
              <a:t>Single platform tile is high but unrelated to a cluster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800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Curiosity, not urgent. Drill in if you have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64592" cy="868680"/>
          </a:xfrm>
          <a:prstGeom prst="roundRect">
            <a:avLst>
              <a:gd name="adj" fmla="val 6000"/>
            </a:avLst>
          </a:prstGeom>
          <a:solidFill>
            <a:srgbClr val="4ADE80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394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 Neue"/>
              </a:rPr>
              <a:t>Page is empty / quiet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Nothing on KG is amplifying. Close the tab.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Where the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We watch 6 sources every hour. Each tile shows how many mentions came from that source in the last 24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0F19"/>
                </a:solidFill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031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Helvetica Neue"/>
              </a:rPr>
              <a:t>Google News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 Neue"/>
              </a:rPr>
              <a:t>221 mentions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(tap to drill 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103120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0F19"/>
                </a:solidFill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1031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Helvetica Neue"/>
              </a:rPr>
              <a:t>Reddit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 Neue"/>
              </a:rPr>
              <a:t>200 mentions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546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(tap to drill in)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202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2103120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0F19"/>
                </a:solidFill>
              </a:rP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1031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Helvetica Neue"/>
              </a:rPr>
              <a:t>X / Twitter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974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 Neue"/>
              </a:rPr>
              <a:t>15 mentions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1546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(tap to drill in)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069080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0F19"/>
                </a:solidFill>
              </a:rPr>
              <a:t>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06908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72B6"/>
                </a:solidFill>
                <a:latin typeface="Helvetica Neue"/>
              </a:rPr>
              <a:t>TikTok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 Neue"/>
              </a:rPr>
              <a:t>153 mentions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(tap to drill in)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88620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0" y="4069080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0F19"/>
                </a:solidFill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06908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Helvetica Neue"/>
              </a:rPr>
              <a:t>Instagram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634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 Neue"/>
              </a:rPr>
              <a:t>8 mentions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1206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(tap to drill in)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88620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069080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0F19"/>
                </a:solidFill>
              </a:rPr>
              <a:t>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406908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818CF8"/>
                </a:solidFill>
                <a:latin typeface="Helvetica Neue"/>
              </a:rPr>
              <a:t>Facebook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6634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 Neue"/>
              </a:rPr>
              <a:t>133 mentions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1206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(tap to drill in)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What to do when a cluster fires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0F19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91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Helvetica Neue"/>
              </a:rPr>
              <a:t>Read the linked Kompas article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The cluster card shows the original Kompas story it's tied to. Click it. Skim it. That's the substance.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01752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0F19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803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Helvetica Neue"/>
              </a:rPr>
              <a:t>Sample 3-5 of the external mentions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Click '+ details' to expand. Scroll the snippets. You'll see the angle each platform is taking — supportive, critical, mocking, factual.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0F19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690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Helvetica Neue"/>
              </a:rPr>
              <a:t>Decide the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3484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Three options: a follow-up piece, a clarification / response, or a desk note for editorial. Most clusters resolve themselves; not every cluster needs a piece.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39496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0F19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2578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Helvetica Neue"/>
              </a:rPr>
              <a:t>False positive? Move 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235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Sometimes the cluster is just three random posts that happen to share a word. The auto-clustering isn't perfect — your judgment overrides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What this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64592" cy="105156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Helvetica Neue"/>
              </a:rPr>
              <a:t>Not sentiment analysis on the 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We don't (yet) tell you whether the chatter is positive or negative. Open mentions to read the tone.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64592" cy="105156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Helvetica Neue"/>
              </a:rPr>
              <a:t>Not a complete view of 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We watch 6 platforms with public data. Telegram, WhatsApp, private groups — not visible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64592" cy="105156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Helvetica Neue"/>
              </a:rPr>
              <a:t>Not 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3484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Refreshes hourly. A story breaking at 2pm WIB shows up around 3pm WIB at the earliest.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64592" cy="105156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257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Helvetica Neue"/>
              </a:rPr>
              <a:t>Not a replacement for editorial judgment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6235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It surfaces signal. You decide what's a 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Helvetica Neue"/>
              </a:rPr>
              <a:t>Quick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Helvetica Neue"/>
              </a:rPr>
              <a:t>Mention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46304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Helvetica Neue"/>
              </a:rPr>
              <a:t>One post (a tweet, TikTok video, Reddit thread, news article) that names a KG brand.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Helvetica Neue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24028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Helvetica Neue"/>
              </a:rPr>
              <a:t>The platform / outlet a mention came from. Reddit and TikTok are different sources; two TikTok videos are the same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Helvetica Neue"/>
              </a:rPr>
              <a:t>Cluster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0175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Helvetica Neue"/>
              </a:rPr>
              <a:t>A group of mentions about the same story, auto-detected. The cluster card is what you actually 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Helvetica Neue"/>
              </a:rPr>
              <a:t>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9476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Helvetica Neue"/>
              </a:rPr>
              <a:t>The main person, place, or organization the cluster is about. Auto-extracted from the source article.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Helvetica Neue"/>
              </a:rPr>
              <a:t>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57200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Helvetica Neue"/>
              </a:rPr>
              <a:t>Trending = 10+ mentions / 3+ sources. Critical = 100+ mentions / 3+ sources. Critical pulses 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Helvetica Neue"/>
              </a:rPr>
              <a:t>24h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34924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Helvetica Neue"/>
              </a:rPr>
              <a:t>Everything on the page is from the last 24 hours. Older mentions roll off automatically.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Helvetica Neue"/>
              </a:rPr>
              <a:t>KG Media Amplification Watch · editorial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elvetica Neue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8FAFC"/>
                </a:solidFill>
                <a:latin typeface="Helvetica Neue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0A5FA"/>
                </a:solidFill>
                <a:latin typeface="Helvetica Neue"/>
              </a:rPr>
              <a:t>Open the FAQ on the dashboard for the long 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Helvetica Neue"/>
              </a:rPr>
              <a:t>https://kgmedia-int.vercel.app/faq#amplification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